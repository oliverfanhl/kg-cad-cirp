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0c0b7ca034e4e" /><Relationship Type="http://schemas.openxmlformats.org/officeDocument/2006/relationships/extended-properties" Target="/docProps/app.xml" Id="Rd9b1723fdc724cbb" /><Relationship Type="http://schemas.openxmlformats.org/officeDocument/2006/relationships/officeDocument" Target="/ppt/presentation.xml" Id="R35f3bfb0fbfc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a3845a2194abd"/>
  </p:sldMasterIdLst>
  <p:notesMasterIdLst>
    <p:notesMasterId xmlns:r="http://schemas.openxmlformats.org/officeDocument/2006/relationships" r:id="R0d2caa03db714bbd"/>
  </p:notesMasterIdLst>
  <p:sldIdLst>
    <p:sldId xmlns:r="http://schemas.openxmlformats.org/officeDocument/2006/relationships" id="256" r:id="R37fddc81f9f84e7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50c0952a747e1" /><Relationship Type="http://schemas.openxmlformats.org/officeDocument/2006/relationships/slideMaster" Target="/ppt/slideMasters/slideMaster1.xml" Id="R2dca3845a2194abd" /><Relationship Type="http://schemas.openxmlformats.org/officeDocument/2006/relationships/notesMaster" Target="/ppt/notesMasters/notesMaster1.xml" Id="R0d2caa03db714bbd" /><Relationship Type="http://schemas.openxmlformats.org/officeDocument/2006/relationships/presProps" Target="/ppt/presProps.xml" Id="R7561283b7d434aa7" /><Relationship Type="http://schemas.openxmlformats.org/officeDocument/2006/relationships/tableStyles" Target="/ppt/tableStyles.xml" Id="R71a2d9d43bd74f51" /><Relationship Type="http://schemas.openxmlformats.org/officeDocument/2006/relationships/slide" Target="/ppt/slides/slide1.xml" Id="R37fddc81f9f84e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364360e09b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ad65b3003e4595" /><Relationship Type="http://schemas.openxmlformats.org/officeDocument/2006/relationships/notesMaster" Target="/ppt/notesMasters/notesMaster1.xml" Id="Re138996e27d2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Method: manuscript/cirp_draft/main.tex, Equations1–7; frozen Luna outputs/llm_geometry_matched_v1. KG requirements and bindings are authored. Visual observations are model-assessed; H and dimensions use deterministic arithmetic and stored kernel measurements respectively. Six-view image is byte-identical to API input for part9e159dd21fd267ccf103/Z0972. Beauty pictures use actual source triangle meshes; ceramic shaders and independent scales are illustrative. Fixed pool is union of top10 eligible Base Full, G+F+C and G+C. Only views and predicates enter LLM. Diagram adapted from built-in image-generation concept v2; final labels, nodes, connections and formulas rebuilt as native PowerPoint objects, CAD images from source renderer. Icons: Lucide1.8.0, ISC, https://lucide.dev/license; license and original SVG assets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3fed7fb7746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5936b24dd44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79afc2a8041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e3b6d4f104b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1f489e73946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c8135463348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BD600-5B21-4DA0-98C7-CA6C6DBB3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E9075F-2BDD-4A96-ABDA-EE6FFF0DC6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1B08AD-B5E1-4F74-AD87-4C6546AE5B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05F244-9AE1-4195-8BAF-3E24A85D2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3D9F4D-2C00-47FE-9105-FCAD43058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B261B2-C9ED-40C6-9D6A-AD8D8F0DE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0F85E8-9582-4A03-8A19-61514CB9A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E0A8FB-6BAA-4F26-8A41-E9E66869F0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095E29-713F-47A7-983A-C761982B8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088BFA-7ACF-400E-BCB9-617D1B4FD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32be89dcf14adc" /><Relationship Type="http://schemas.openxmlformats.org/officeDocument/2006/relationships/slideLayout" Target="/ppt/slideLayouts/slideLayout1.xml" Id="Ra7912ffa6e0d48a2" /><Relationship Type="http://schemas.openxmlformats.org/officeDocument/2006/relationships/slideLayout" Target="/ppt/slideLayouts/slideLayout2.xml" Id="Rd19e64e9accd4b1a" /><Relationship Type="http://schemas.openxmlformats.org/officeDocument/2006/relationships/slideLayout" Target="/ppt/slideLayouts/slideLayout3.xml" Id="Rd333f8b2a4344b1c" /><Relationship Type="http://schemas.openxmlformats.org/officeDocument/2006/relationships/slideLayout" Target="/ppt/slideLayouts/slideLayout4.xml" Id="Rbfd7028bd3e14ead" /><Relationship Type="http://schemas.openxmlformats.org/officeDocument/2006/relationships/slideLayout" Target="/ppt/slideLayouts/slideLayout5.xml" Id="Re8bae9fde2a147dc" /><Relationship Type="http://schemas.openxmlformats.org/officeDocument/2006/relationships/slideLayout" Target="/ppt/slideLayouts/slideLayout6.xml" Id="R7815ebe657eb43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12ffa6e0d48a2"/>
    <p:sldLayoutId xmlns:r="http://schemas.openxmlformats.org/officeDocument/2006/relationships" id="2147483650" r:id="Rd19e64e9accd4b1a"/>
    <p:sldLayoutId xmlns:r="http://schemas.openxmlformats.org/officeDocument/2006/relationships" id="2147483651" r:id="Rd333f8b2a4344b1c"/>
    <p:sldLayoutId xmlns:r="http://schemas.openxmlformats.org/officeDocument/2006/relationships" id="2147483652" r:id="Rbfd7028bd3e14ead"/>
    <p:sldLayoutId xmlns:r="http://schemas.openxmlformats.org/officeDocument/2006/relationships" id="2147483653" r:id="Re8bae9fde2a147dc"/>
    <p:sldLayoutId xmlns:r="http://schemas.openxmlformats.org/officeDocument/2006/relationships" id="2147483654" r:id="R7815ebe657eb43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d36a052c1427e" /><Relationship Type="http://schemas.openxmlformats.org/officeDocument/2006/relationships/image" Target="/ppt/media/image.png" Id="R5995ea4da77f491d" /><Relationship Type="http://schemas.openxmlformats.org/officeDocument/2006/relationships/image" Target="/ppt/media/image.svg" Id="R337d8adb9d454cf5" /><Relationship Type="http://schemas.openxmlformats.org/officeDocument/2006/relationships/image" Target="/ppt/media/image2.png" Id="Rf25dbe5a62f84d46" /><Relationship Type="http://schemas.openxmlformats.org/officeDocument/2006/relationships/image" Target="/ppt/media/image3.png" Id="R423b3deb98a64a08" /><Relationship Type="http://schemas.openxmlformats.org/officeDocument/2006/relationships/image" Target="/ppt/media/image4.png" Id="R20ce6c305f9c4eb3" /><Relationship Type="http://schemas.openxmlformats.org/officeDocument/2006/relationships/image" Target="/ppt/media/image5.png" Id="R263dec730aa64bda" /><Relationship Type="http://schemas.openxmlformats.org/officeDocument/2006/relationships/image" Target="/ppt/media/image2.svg" Id="Rb8850f1ae7d943f2" /><Relationship Type="http://schemas.openxmlformats.org/officeDocument/2006/relationships/image" Target="/ppt/media/image6.png" Id="R175ec699a97c4e57" /><Relationship Type="http://schemas.openxmlformats.org/officeDocument/2006/relationships/image" Target="/ppt/media/image7.png" Id="R71911b5318b94cc2" /><Relationship Type="http://schemas.openxmlformats.org/officeDocument/2006/relationships/image" Target="/ppt/media/image3.svg" Id="R6c560db92db54c09" /><Relationship Type="http://schemas.openxmlformats.org/officeDocument/2006/relationships/image" Target="/ppt/media/image8.png" Id="R61a43695d5034669" /><Relationship Type="http://schemas.openxmlformats.org/officeDocument/2006/relationships/image" Target="/ppt/media/image4.svg" Id="Re48eec5643ea4e60" /><Relationship Type="http://schemas.openxmlformats.org/officeDocument/2006/relationships/image" Target="/ppt/media/image9.png" Id="Rfc38e8fe9fc94c32" /><Relationship Type="http://schemas.openxmlformats.org/officeDocument/2006/relationships/image" Target="/ppt/media/image5.svg" Id="R231f8b2a3ad84d4b" /><Relationship Type="http://schemas.openxmlformats.org/officeDocument/2006/relationships/image" Target="/ppt/media/image10.png" Id="R1aa7ab5423984cd6" /><Relationship Type="http://schemas.openxmlformats.org/officeDocument/2006/relationships/image" Target="/ppt/media/image6.svg" Id="Reedd6d0a49f14460" /><Relationship Type="http://schemas.openxmlformats.org/officeDocument/2006/relationships/image" Target="/ppt/media/image11.png" Id="R02cbd03836334f6f" /><Relationship Type="http://schemas.openxmlformats.org/officeDocument/2006/relationships/image" Target="/ppt/media/image7.svg" Id="R025abef9de5f41fe" /><Relationship Type="http://schemas.openxmlformats.org/officeDocument/2006/relationships/image" Target="/ppt/media/image12.png" Id="Raf668fda5ec24c31" /><Relationship Type="http://schemas.openxmlformats.org/officeDocument/2006/relationships/image" Target="/ppt/media/image8.svg" Id="R2bc380401e74493c" /><Relationship Type="http://schemas.openxmlformats.org/officeDocument/2006/relationships/image" Target="/ppt/media/image13.png" Id="R82d619864b144e57" /><Relationship Type="http://schemas.openxmlformats.org/officeDocument/2006/relationships/image" Target="/ppt/media/image9.svg" Id="R80fddc1c1e304ea7" /><Relationship Type="http://schemas.openxmlformats.org/officeDocument/2006/relationships/image" Target="/ppt/media/image14.png" Id="Rac356a99bcd843f9" /><Relationship Type="http://schemas.openxmlformats.org/officeDocument/2006/relationships/image" Target="/ppt/media/image10.svg" Id="R175e4a504ab746a8" /><Relationship Type="http://schemas.openxmlformats.org/officeDocument/2006/relationships/image" Target="/ppt/media/image15.png" Id="Rc19485dbedff4a3b" /><Relationship Type="http://schemas.openxmlformats.org/officeDocument/2006/relationships/image" Target="/ppt/media/image11.svg" Id="R6eb94c45cb734f28" /><Relationship Type="http://schemas.openxmlformats.org/officeDocument/2006/relationships/image" Target="/ppt/media/image16.png" Id="Re21aeab007ed4949" /><Relationship Type="http://schemas.openxmlformats.org/officeDocument/2006/relationships/image" Target="/ppt/media/image12.svg" Id="R4e71add8ad594d15" /><Relationship Type="http://schemas.openxmlformats.org/officeDocument/2006/relationships/image" Target="/ppt/media/image17.png" Id="Rd62845f27e014843" /><Relationship Type="http://schemas.openxmlformats.org/officeDocument/2006/relationships/image" Target="/ppt/media/image18.png" Id="Rc9a25e0dd04e4d91" /><Relationship Type="http://schemas.openxmlformats.org/officeDocument/2006/relationships/image" Target="/ppt/media/image13.svg" Id="R91524290cbae4346" /><Relationship Type="http://schemas.openxmlformats.org/officeDocument/2006/relationships/image" Target="/ppt/media/image19.png" Id="R530b28ae113b4adb" /><Relationship Type="http://schemas.openxmlformats.org/officeDocument/2006/relationships/image" Target="/ppt/media/image14.svg" Id="Rc2011c5ad48d488c" /><Relationship Type="http://schemas.openxmlformats.org/officeDocument/2006/relationships/image" Target="/ppt/media/image20.png" Id="R3441b7cbfbf34ae7" /><Relationship Type="http://schemas.openxmlformats.org/officeDocument/2006/relationships/image" Target="/ppt/media/image15.svg" Id="Rf259d6b425e441f8" /><Relationship Type="http://schemas.openxmlformats.org/officeDocument/2006/relationships/image" Target="/ppt/media/image21.png" Id="R3a61643aaab742c5" /><Relationship Type="http://schemas.openxmlformats.org/officeDocument/2006/relationships/image" Target="/ppt/media/image16.svg" Id="Re8de9145d03543be" /><Relationship Type="http://schemas.openxmlformats.org/officeDocument/2006/relationships/image" Target="/ppt/media/image22.png" Id="R1a636620031f4015" /><Relationship Type="http://schemas.openxmlformats.org/officeDocument/2006/relationships/image" Target="/ppt/media/image17.svg" Id="Rceef59e432ff4ea5" /><Relationship Type="http://schemas.openxmlformats.org/officeDocument/2006/relationships/image" Target="/ppt/media/image23.png" Id="Rceb75444a31248e1" /><Relationship Type="http://schemas.openxmlformats.org/officeDocument/2006/relationships/image" Target="/ppt/media/image18.svg" Id="R7bef98eebe894353" /><Relationship Type="http://schemas.openxmlformats.org/officeDocument/2006/relationships/image" Target="/ppt/media/image24.png" Id="R8fb8bb8f319f4538" /><Relationship Type="http://schemas.openxmlformats.org/officeDocument/2006/relationships/notesSlide" Target="/ppt/notesSlides/notesSlide1.xml" Id="R018f83e047c247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B0ED10A-2F46-45A3-92EB-0CB611C5100E}"/>
              </a:ext>
            </a:extLst>
          </p:cNvPr>
          <p:cNvCxnSpPr>
            <a:stCxn xmlns:a="http://schemas.openxmlformats.org/drawingml/2006/main" id="160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 flipH="1" flipV="1">
            <a:off x="10238423" y="4371976"/>
            <a:ext cx="1905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8E1CD36-A4AA-4024-A764-8405CB80835E}"/>
              </a:ext>
            </a:extLst>
          </p:cNvPr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 flipH="1">
            <a:off x="10019348" y="5410201"/>
            <a:ext cx="190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arrow" w="med" len="med"/>
          </a:ln>
        </p:spPr>
      </p:cxnSp>
      <p:cxnSp>
        <p:nvCxn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70A701B-2308-41F1-812B-CB2961DF5EE3}"/>
              </a:ext>
            </a:extLst>
          </p:cNvPr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 flipH="1">
            <a:off x="10019348" y="5410201"/>
            <a:ext cx="11353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78654C9-2FCF-4675-979C-72D483B5D06C}"/>
              </a:ext>
            </a:extLst>
          </p:cNvPr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 flipH="1">
            <a:off x="11152823" y="1638301"/>
            <a:ext cx="1905" cy="3771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881CD74-1D04-4EAC-82F6-FBBAEE8CC92B}"/>
              </a:ext>
            </a:extLst>
          </p:cNvPr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10259378" y="1638301"/>
            <a:ext cx="8934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0A547EA-5B40-4650-82B9-0F879B9EBC75}"/>
              </a:ext>
            </a:extLst>
          </p:cNvPr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 flipH="1" flipV="1">
            <a:off x="10257473" y="1638301"/>
            <a:ext cx="190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02F40C4-5A85-48CE-8AE1-4C1C6832963B}"/>
              </a:ext>
            </a:extLst>
          </p:cNvPr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 flipH="1">
            <a:off x="10457498" y="5276851"/>
            <a:ext cx="190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46ECE7D-25B8-4B7C-9BCD-1201A40E6342}"/>
              </a:ext>
            </a:extLst>
          </p:cNvPr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 flipH="1">
            <a:off x="10457498" y="5276851"/>
            <a:ext cx="10020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208A269-291F-4553-A410-0FD5BB26D6C8}"/>
              </a:ext>
            </a:extLst>
          </p:cNvPr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 flipH="1">
            <a:off x="11457623" y="4686301"/>
            <a:ext cx="190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255AD68-B697-4B46-B361-8E8DE4CBD360}"/>
              </a:ext>
            </a:extLst>
          </p:cNvPr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 flipH="1">
            <a:off x="11457623" y="4686301"/>
            <a:ext cx="18307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A6B1FE-25E5-44D0-8C2D-18EFE5D45E11}"/>
              </a:ext>
            </a:extLst>
          </p:cNvPr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 flipH="1">
            <a:off x="13286423" y="3257551"/>
            <a:ext cx="1905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8A66B08-09ED-453C-8499-CB6978C5D312}"/>
              </a:ext>
            </a:extLst>
          </p:cNvPr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 flipH="1" flipV="1">
            <a:off x="12076748" y="3257551"/>
            <a:ext cx="190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1BF1440-2832-45BD-BD21-D0B03F2B7CCC}"/>
              </a:ext>
            </a:extLst>
          </p:cNvPr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11335703" y="340042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FD0DD56-8B89-409B-9969-41B2C56E40D3}"/>
              </a:ext>
            </a:extLst>
          </p:cNvPr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 flipH="1" flipV="1">
            <a:off x="11333798" y="3400426"/>
            <a:ext cx="1905" cy="15811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9D38ABC-E69E-4A33-B9B0-084E87F8E091}"/>
              </a:ext>
            </a:extLst>
          </p:cNvPr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8192453" y="4981576"/>
            <a:ext cx="31413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746DD5D-5A58-4209-8B00-77682128F784}"/>
              </a:ext>
            </a:extLst>
          </p:cNvPr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 flipH="1" flipV="1">
            <a:off x="8190548" y="4981576"/>
            <a:ext cx="1905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5AA8DA0-DF27-4C66-AEA7-026C40BD605D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H="1">
            <a:off x="6142673" y="3333751"/>
            <a:ext cx="1905" cy="2276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F05D3A2-970B-4FC3-87AD-7B4D77EAE61A}"/>
              </a:ext>
            </a:extLst>
          </p:cNvPr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3306128" y="3333751"/>
            <a:ext cx="28365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83C4BEC-9C77-4A3A-8405-BFE0D921AA45}"/>
              </a:ext>
            </a:extLst>
          </p:cNvPr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H="1">
            <a:off x="3304223" y="1000126"/>
            <a:ext cx="1905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68D7FD-9DAA-4071-9827-43139BBA789F}"/>
              </a:ext>
            </a:extLst>
          </p:cNvPr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 flipH="1">
            <a:off x="3304223" y="1000126"/>
            <a:ext cx="3352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F7A2BA-497E-4BF3-A0B8-862D948AB67B}"/>
              </a:ext>
            </a:extLst>
          </p:cNvPr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 flipH="1">
            <a:off x="4351973" y="4095751"/>
            <a:ext cx="1905" cy="1514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arrow" w="med" len="med"/>
          </a:ln>
        </p:spPr>
      </p:cxn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03C6AC-64E4-4A98-A20C-8586E9AD960F}"/>
              </a:ext>
            </a:extLst>
          </p:cNvPr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 flipH="1">
            <a:off x="4351973" y="4095751"/>
            <a:ext cx="25260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E6CFDF-30FA-4F7C-8BB6-27EF6F2FBEF0}"/>
              </a:ext>
            </a:extLst>
          </p:cNvPr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 flipH="1">
            <a:off x="6876098" y="2257426"/>
            <a:ext cx="1905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3F7B871-7A6E-4E85-853C-74A898D3E3C2}"/>
              </a:ext>
            </a:extLst>
          </p:cNvPr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6592253" y="22574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none" w="med" len="med"/>
          </a:ln>
        </p:spPr>
      </p:cxnSp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17B567-D5A4-4762-A4E1-D252B32B9A6A}"/>
              </a:ext>
            </a:extLst>
          </p:cNvPr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3077528" y="6038851"/>
            <a:ext cx="5886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3FC174-F5D4-493A-86FF-F17ADBDD26FE}"/>
              </a:ext>
            </a:extLst>
          </p:cNvPr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 flipH="1">
            <a:off x="3075623" y="5276851"/>
            <a:ext cx="190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4798042-A4FB-407C-91E4-9FD6DE2DFCA5}"/>
              </a:ext>
            </a:extLst>
          </p:cNvPr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2867978" y="5276851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20C0F4-80D9-42AA-B1F7-53665A65E363}"/>
              </a:ext>
            </a:extLst>
          </p:cNvPr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 flipH="1">
            <a:off x="3837623" y="4962526"/>
            <a:ext cx="190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4A58D75-8EAE-4CE6-808E-7DB4A3C1C051}"/>
              </a:ext>
            </a:extLst>
          </p:cNvPr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3210878" y="4962526"/>
            <a:ext cx="6267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20C4D5-4F84-4917-B465-F77FB64594B4}"/>
              </a:ext>
            </a:extLst>
          </p:cNvPr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 flipH="1">
            <a:off x="3208973" y="3448051"/>
            <a:ext cx="1905" cy="1514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6B7F1E6-5C43-46DD-A3A8-78B1771C964B}"/>
              </a:ext>
            </a:extLst>
          </p:cNvPr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3048953" y="3448051"/>
            <a:ext cx="1600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none" w="med" len="med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1224A0-6F6D-4630-A8CC-F6D5E5DD54D8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2715875" y="6038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A820CF-F9B9-4D60-A69C-ED957676F677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0668000" y="6038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44EC7D-46A0-41F8-98C3-90CC625431B0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620125" y="6038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B7F777-FD8C-4C33-BF3D-3265F7FCCFF5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572250" y="6038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24AC0B-174E-4D2D-8498-AA13406E6F5B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524375" y="6038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8FC6E0-71FE-4219-848A-66735C889D90}"/>
              </a:ext>
            </a:extLst>
          </p:cNvPr>
          <p:cNvCxnSpPr>
            <a:stCxn xmlns:a="http://schemas.openxmlformats.org/drawingml/2006/main" id="5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10258425" y="1724025"/>
            <a:ext cx="4763" cy="85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7"/>
            </a:solidFill>
            <a:prstDash val="solid"/>
            <a:tailEnd type="arrow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AD1E2D-46FF-4193-BAC6-563FCF5D83B4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10705148" y="2257426"/>
            <a:ext cx="2019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arrow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ECA1E3-ACBE-4DE3-8577-306455F40F14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10905173" y="2257426"/>
            <a:ext cx="1905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E132AF-196C-4596-8CA5-9B54E7A9C70A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0707053" y="3924301"/>
            <a:ext cx="1981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278A0"/>
            </a:solidFill>
            <a:prstDash val="solid"/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F4000C-7051-4A11-9261-49CED6BA4F0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27" idx="4"/>
          </p:cNvCxnSpPr>
          <p:nvPr/>
        </p:nvCxnSpPr>
        <p:spPr>
          <a:xfrm xmlns:a="http://schemas.openxmlformats.org/drawingml/2006/main" flipV="1">
            <a:off x="4086225" y="14478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27C83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4917D1-2946-46C8-B87D-ED2C4D254F86}"/>
              </a:ext>
            </a:extLst>
          </p:cNvPr>
          <p:cNvCxnSpPr>
            <a:stCxn xmlns:a="http://schemas.openxmlformats.org/drawingml/2006/main" id="21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8648700" y="22574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3447"/>
            </a:solidFill>
            <a:prstDash val="solid"/>
            <a:tailEnd type="arrow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C8D8D-36D1-43D3-8FF8-8DC6DE437E42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6591300" y="22574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3447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5EE85-5C51-4D7B-9F27-191A7D49E75D}"/>
              </a:ext>
            </a:extLst>
          </p:cNvPr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533900" y="22574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3447"/>
            </a:solidFill>
            <a:prstDash val="solid"/>
            <a:tailEnd type="arrow" w="med" len="med"/>
          </a:ln>
        </p:spPr>
      </p:cxn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614AAFB-01AD-4F11-B228-36D3ECF96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5ea4da77f491d">
            <a:extLst>
              <a:ext uri="{96DAC541-7B7A-43D3-8B79-37D633B846F1}">
                <asvg:svgBlip xmlns:asvg="http://schemas.microsoft.com/office/drawing/2016/SVG/main" r:embed="R337d8adb9d454c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1950" y="2286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gallery label">
            <a:extLst xmlns:a="http://schemas.openxmlformats.org/drawingml/2006/main">
              <a:ext uri="{FF2B5EF4-FFF2-40B4-BE49-F238E27FC236}">
                <a16:creationId xmlns:a16="http://schemas.microsoft.com/office/drawing/2014/main" id="{40E46796-EA28-4CDF-9029-75CBD1A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CAD gallery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61DF9-7836-4682-AEA7-5EF9088D29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dbe5a62f84d46"/>
          <a:stretch xmlns:a="http://schemas.openxmlformats.org/drawingml/2006/main"/>
        </p:blipFill>
        <p:spPr>
          <a:xfrm xmlns:a="http://schemas.openxmlformats.org/drawingml/2006/main">
            <a:off x="142875" y="1152525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892D-46C2-459D-ACDA-25AB8B8F0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b3deb98a64a08"/>
          <a:stretch xmlns:a="http://schemas.openxmlformats.org/drawingml/2006/main"/>
        </p:blipFill>
        <p:spPr>
          <a:xfrm xmlns:a="http://schemas.openxmlformats.org/drawingml/2006/main">
            <a:off x="1619250" y="116681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40838-42DE-4022-BC46-13066CB8B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e6c305f9c4eb3"/>
          <a:stretch xmlns:a="http://schemas.openxmlformats.org/drawingml/2006/main"/>
        </p:blipFill>
        <p:spPr>
          <a:xfrm xmlns:a="http://schemas.openxmlformats.org/drawingml/2006/main">
            <a:off x="671513" y="2524125"/>
            <a:ext cx="1905000" cy="1428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2929C-A88F-4ED8-8AFF-6A00BE849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dec730aa64bda">
            <a:extLst>
              <a:ext uri="{96DAC541-7B7A-43D3-8B79-37D633B846F1}">
                <asvg:svgBlip xmlns:asvg="http://schemas.microsoft.com/office/drawing/2016/SVG/main" r:embed="Rb8850f1ae7d943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" y="42291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request label">
            <a:extLst xmlns:a="http://schemas.openxmlformats.org/drawingml/2006/main">
              <a:ext uri="{FF2B5EF4-FFF2-40B4-BE49-F238E27FC236}">
                <a16:creationId xmlns:a16="http://schemas.microsoft.com/office/drawing/2014/main" id="{6060F8BC-7CA8-420A-9D36-CC469938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CAD exemplar 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C166E-3BA6-4827-9846-70801304CA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ec699a97c4e57"/>
          <a:stretch xmlns:a="http://schemas.openxmlformats.org/drawingml/2006/main"/>
        </p:blipFill>
        <p:spPr>
          <a:xfrm xmlns:a="http://schemas.openxmlformats.org/drawingml/2006/main">
            <a:off x="487363" y="4743450"/>
            <a:ext cx="2159000" cy="16192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724C0-5529-4AEE-B506-2F21002114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1b5318b94cc2">
            <a:extLst>
              <a:ext uri="{96DAC541-7B7A-43D3-8B79-37D633B846F1}">
                <asvg:svgBlip xmlns:asvg="http://schemas.microsoft.com/office/drawing/2016/SVG/main" r:embed="R6c560db92db54c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3375" y="67437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requested role">
            <a:extLst xmlns:a="http://schemas.openxmlformats.org/drawingml/2006/main">
              <a:ext uri="{FF2B5EF4-FFF2-40B4-BE49-F238E27FC236}">
                <a16:creationId xmlns:a16="http://schemas.microsoft.com/office/drawing/2014/main" id="{5034D502-CDBC-4F07-A302-6DF4C7F4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246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Requested role f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03BD9-310D-4CC8-A283-478F584CA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43695d5034669">
            <a:extLst>
              <a:ext uri="{96DAC541-7B7A-43D3-8B79-37D633B846F1}">
                <asvg:svgBlip xmlns:asvg="http://schemas.microsoft.com/office/drawing/2016/SVG/main" r:embed="Re48eec5643ea4e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3375" y="73247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" name="extent bound">
            <a:extLst xmlns:a="http://schemas.openxmlformats.org/drawingml/2006/main">
              <a:ext uri="{FF2B5EF4-FFF2-40B4-BE49-F238E27FC236}">
                <a16:creationId xmlns:a16="http://schemas.microsoft.com/office/drawing/2014/main" id="{BEC297C6-608B-4069-B778-83B05885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96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Extent bound b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5E9A7-E3C3-4B8A-A300-79B94B4F2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8e8fe9fc94c32">
            <a:extLst>
              <a:ext uri="{96DAC541-7B7A-43D3-8B79-37D633B846F1}">
                <asvg:svgBlip xmlns:asvg="http://schemas.microsoft.com/office/drawing/2016/SVG/main" r:embed="R231f8b2a3ad84d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0150" y="2381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4" name="KG label">
            <a:extLst xmlns:a="http://schemas.openxmlformats.org/drawingml/2006/main">
              <a:ext uri="{FF2B5EF4-FFF2-40B4-BE49-F238E27FC236}">
                <a16:creationId xmlns:a16="http://schemas.microsoft.com/office/drawing/2014/main" id="{5DAB2F73-F3B5-4C77-A388-78751ECF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5717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Engineering knowledge graph</a:t>
            </a:r>
          </a:p>
        </p:txBody>
      </p:sp>
      <p:sp>
        <p:nvSpPr>
          <p:cNvPr id="15" name="Part">
            <a:extLst xmlns:a="http://schemas.openxmlformats.org/drawingml/2006/main">
              <a:ext uri="{FF2B5EF4-FFF2-40B4-BE49-F238E27FC236}">
                <a16:creationId xmlns:a16="http://schemas.microsoft.com/office/drawing/2014/main" id="{39C22DA6-DB55-4850-8D77-0AC2A8BF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21908">
            <a:solidFill>
              <a:srgbClr val="227C83"/>
            </a:solidFill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2D80C-661D-4A6F-858A-67254AB68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7ab5423984cd6">
            <a:extLst>
              <a:ext uri="{96DAC541-7B7A-43D3-8B79-37D633B846F1}">
                <asvg:svgBlip xmlns:asvg="http://schemas.microsoft.com/office/drawing/2016/SVG/main" r:embed="Reedd6d0a49f144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20002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7" name="Part label">
            <a:extLst xmlns:a="http://schemas.openxmlformats.org/drawingml/2006/main">
              <a:ext uri="{FF2B5EF4-FFF2-40B4-BE49-F238E27FC236}">
                <a16:creationId xmlns:a16="http://schemas.microsoft.com/office/drawing/2014/main" id="{6FA4BDB4-353C-4A4E-85D6-E71011B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527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Part</a:t>
            </a:r>
          </a:p>
        </p:txBody>
      </p:sp>
      <p:sp>
        <p:nvSpPr>
          <p:cNvPr id="18" name="Class">
            <a:extLst xmlns:a="http://schemas.openxmlformats.org/drawingml/2006/main">
              <a:ext uri="{FF2B5EF4-FFF2-40B4-BE49-F238E27FC236}">
                <a16:creationId xmlns:a16="http://schemas.microsoft.com/office/drawing/2014/main" id="{E42E3FE6-29CD-4578-919C-35852AED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09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21908">
            <a:solidFill>
              <a:srgbClr val="B77917"/>
            </a:solidFill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A5D11-26B7-4F2B-AEF1-CF7DE256F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bd03836334f6f">
            <a:extLst>
              <a:ext uri="{96DAC541-7B7A-43D3-8B79-37D633B846F1}">
                <asvg:svgBlip xmlns:asvg="http://schemas.microsoft.com/office/drawing/2016/SVG/main" r:embed="R025abef9de5f41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20002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0" name="Class label">
            <a:extLst xmlns:a="http://schemas.openxmlformats.org/drawingml/2006/main">
              <a:ext uri="{FF2B5EF4-FFF2-40B4-BE49-F238E27FC236}">
                <a16:creationId xmlns:a16="http://schemas.microsoft.com/office/drawing/2014/main" id="{AA0206FF-8CC8-4203-BBF2-7DD25AC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527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21" name="Role">
            <a:extLst xmlns:a="http://schemas.openxmlformats.org/drawingml/2006/main">
              <a:ext uri="{FF2B5EF4-FFF2-40B4-BE49-F238E27FC236}">
                <a16:creationId xmlns:a16="http://schemas.microsoft.com/office/drawing/2014/main" id="{95337B17-05EF-481A-87C4-690791DA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21908">
            <a:solidFill>
              <a:srgbClr val="B77917"/>
            </a:solidFill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EF7D5-9C0A-46F1-8C46-193C788D6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8fda5ec24c31">
            <a:extLst>
              <a:ext uri="{96DAC541-7B7A-43D3-8B79-37D633B846F1}">
                <asvg:svgBlip xmlns:asvg="http://schemas.microsoft.com/office/drawing/2016/SVG/main" r:embed="R2bc380401e7449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20002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3" name="Role label">
            <a:extLst xmlns:a="http://schemas.openxmlformats.org/drawingml/2006/main">
              <a:ext uri="{FF2B5EF4-FFF2-40B4-BE49-F238E27FC236}">
                <a16:creationId xmlns:a16="http://schemas.microsoft.com/office/drawing/2014/main" id="{E550A3C0-3FE4-401D-9B18-DB135886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527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Role f</a:t>
            </a:r>
          </a:p>
        </p:txBody>
      </p:sp>
      <p:sp>
        <p:nvSpPr>
          <p:cNvPr id="24" name="Predicate">
            <a:extLst xmlns:a="http://schemas.openxmlformats.org/drawingml/2006/main">
              <a:ext uri="{FF2B5EF4-FFF2-40B4-BE49-F238E27FC236}">
                <a16:creationId xmlns:a16="http://schemas.microsoft.com/office/drawing/2014/main" id="{C6311869-7222-4C02-BC9C-01DD90F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21908">
            <a:solidFill>
              <a:srgbClr val="B77917"/>
            </a:solidFill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A857B-4BDA-46BB-8465-F1A618ADC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619864b144e57">
            <a:extLst>
              <a:ext uri="{96DAC541-7B7A-43D3-8B79-37D633B846F1}">
                <asvg:svgBlip xmlns:asvg="http://schemas.microsoft.com/office/drawing/2016/SVG/main" r:embed="R80fddc1c1e304e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20002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6" name="Predicate label">
            <a:extLst xmlns:a="http://schemas.openxmlformats.org/drawingml/2006/main">
              <a:ext uri="{FF2B5EF4-FFF2-40B4-BE49-F238E27FC236}">
                <a16:creationId xmlns:a16="http://schemas.microsoft.com/office/drawing/2014/main" id="{1230A6F2-1A4A-446B-BC7E-98A8BAA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527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Predicate</a:t>
            </a:r>
          </a:p>
        </p:txBody>
      </p:sp>
      <p:sp>
        <p:nvSpPr>
          <p:cNvPr id="27" name="Measurement">
            <a:extLst xmlns:a="http://schemas.openxmlformats.org/drawingml/2006/main">
              <a:ext uri="{FF2B5EF4-FFF2-40B4-BE49-F238E27FC236}">
                <a16:creationId xmlns:a16="http://schemas.microsoft.com/office/drawing/2014/main" id="{648F48D5-A699-4967-9080-7531901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21908">
            <a:solidFill>
              <a:srgbClr val="227C83"/>
            </a:solidFill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DBDE4-39EC-4AC3-B5A0-95E5DACB3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56a99bcd843f9">
            <a:extLst>
              <a:ext uri="{96DAC541-7B7A-43D3-8B79-37D633B846F1}">
                <asvg:svgBlip xmlns:asvg="http://schemas.microsoft.com/office/drawing/2016/SVG/main" r:embed="R175e4a504ab746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7429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9" name="Measurement label">
            <a:extLst xmlns:a="http://schemas.openxmlformats.org/drawingml/2006/main">
              <a:ext uri="{FF2B5EF4-FFF2-40B4-BE49-F238E27FC236}">
                <a16:creationId xmlns:a16="http://schemas.microsoft.com/office/drawing/2014/main" id="{D34F0138-0F05-4582-AF7C-3A093985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30" name="Observation">
            <a:extLst xmlns:a="http://schemas.openxmlformats.org/drawingml/2006/main">
              <a:ext uri="{FF2B5EF4-FFF2-40B4-BE49-F238E27FC236}">
                <a16:creationId xmlns:a16="http://schemas.microsoft.com/office/drawing/2014/main" id="{02C14E84-20D7-489C-8871-C9088722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21908">
            <a:solidFill>
              <a:srgbClr val="3278A0"/>
            </a:solidFill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4C4F8-4D5C-47D7-89C4-B21C6512D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485dbedff4a3b">
            <a:extLst>
              <a:ext uri="{96DAC541-7B7A-43D3-8B79-37D633B846F1}">
                <asvg:svgBlip xmlns:asvg="http://schemas.microsoft.com/office/drawing/2016/SVG/main" r:embed="R6eb94c45cb734f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366712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2" name="Observation label">
            <a:extLst xmlns:a="http://schemas.openxmlformats.org/drawingml/2006/main">
              <a:ext uri="{FF2B5EF4-FFF2-40B4-BE49-F238E27FC236}">
                <a16:creationId xmlns:a16="http://schemas.microsoft.com/office/drawing/2014/main" id="{2BEBB15C-CEFA-4379-A146-2282D4C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6237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34" name="predicted edge">
            <a:extLst xmlns:a="http://schemas.openxmlformats.org/drawingml/2006/main">
              <a:ext uri="{FF2B5EF4-FFF2-40B4-BE49-F238E27FC236}">
                <a16:creationId xmlns:a16="http://schemas.microsoft.com/office/drawing/2014/main" id="{6D8B4131-DCB8-4A43-BE2F-88315EFE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97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predicted</a:t>
            </a:r>
          </a:p>
        </p:txBody>
      </p:sp>
      <p:sp>
        <p:nvSpPr>
          <p:cNvPr id="36" name="support edge">
            <a:extLst xmlns:a="http://schemas.openxmlformats.org/drawingml/2006/main">
              <a:ext uri="{FF2B5EF4-FFF2-40B4-BE49-F238E27FC236}">
                <a16:creationId xmlns:a16="http://schemas.microsoft.com/office/drawing/2014/main" id="{794A574C-4926-4A55-95D6-A5CF1DB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97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supports</a:t>
            </a:r>
          </a:p>
        </p:txBody>
      </p:sp>
      <p:sp>
        <p:nvSpPr>
          <p:cNvPr id="38" name="requires edge">
            <a:extLst xmlns:a="http://schemas.openxmlformats.org/drawingml/2006/main">
              <a:ext uri="{FF2B5EF4-FFF2-40B4-BE49-F238E27FC236}">
                <a16:creationId xmlns:a16="http://schemas.microsoft.com/office/drawing/2014/main" id="{D4225C14-DD40-4CBA-B14F-0CF01AC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97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requires</a:t>
            </a:r>
          </a:p>
        </p:txBody>
      </p:sp>
      <p:sp>
        <p:nvSpPr>
          <p:cNvPr id="40" name="observation observes predicate waypoint 0">
            <a:extLst xmlns:a="http://schemas.openxmlformats.org/drawingml/2006/main">
              <a:ext uri="{FF2B5EF4-FFF2-40B4-BE49-F238E27FC236}">
                <a16:creationId xmlns:a16="http://schemas.microsoft.com/office/drawing/2014/main" id="{E018D7AB-EBFD-467A-A1CB-89ACCFC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observation observes predicate waypoint 1">
            <a:extLst xmlns:a="http://schemas.openxmlformats.org/drawingml/2006/main">
              <a:ext uri="{FF2B5EF4-FFF2-40B4-BE49-F238E27FC236}">
                <a16:creationId xmlns:a16="http://schemas.microsoft.com/office/drawing/2014/main" id="{DD5A531D-A7E2-4F17-8C6C-C6A2E49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5173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observation observes predicate waypoint 2">
            <a:extLst xmlns:a="http://schemas.openxmlformats.org/drawingml/2006/main">
              <a:ext uri="{FF2B5EF4-FFF2-40B4-BE49-F238E27FC236}">
                <a16:creationId xmlns:a16="http://schemas.microsoft.com/office/drawing/2014/main" id="{7ECF0E4A-6E59-4CBE-9ED3-1679EDB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517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observation observes predicate waypoint 3">
            <a:extLst xmlns:a="http://schemas.openxmlformats.org/drawingml/2006/main">
              <a:ext uri="{FF2B5EF4-FFF2-40B4-BE49-F238E27FC236}">
                <a16:creationId xmlns:a16="http://schemas.microsoft.com/office/drawing/2014/main" id="{BB3E16A7-D6C7-4DDE-AADD-361B054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observes edge">
            <a:extLst xmlns:a="http://schemas.openxmlformats.org/drawingml/2006/main">
              <a:ext uri="{FF2B5EF4-FFF2-40B4-BE49-F238E27FC236}">
                <a16:creationId xmlns:a16="http://schemas.microsoft.com/office/drawing/2014/main" id="{97964FE5-4A91-419C-8AC9-6B2E576B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242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78A0"/>
                </a:solidFill>
                <a:latin typeface="Arial"/>
                <a:ea typeface="Arial"/>
                <a:cs typeface="Arial"/>
              </a:rPr>
              <a:t>observes</a:t>
            </a:r>
          </a:p>
        </p:txBody>
      </p:sp>
      <p:sp>
        <p:nvSpPr>
          <p:cNvPr id="48" name="clause label">
            <a:extLst xmlns:a="http://schemas.openxmlformats.org/drawingml/2006/main">
              <a:ext uri="{FF2B5EF4-FFF2-40B4-BE49-F238E27FC236}">
                <a16:creationId xmlns:a16="http://schemas.microsoft.com/office/drawing/2014/main" id="{49D7B7BB-CA05-4126-85CD-4B183DE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819150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B779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7917"/>
                </a:solidFill>
                <a:latin typeface="Arial"/>
                <a:ea typeface="Arial"/>
                <a:cs typeface="Arial"/>
              </a:rPr>
              <a:t>4 clauses</a:t>
            </a:r>
          </a:p>
        </p:txBody>
      </p:sp>
      <p:sp>
        <p:nvSpPr>
          <p:cNvPr id="49" name="clause binding">
            <a:extLst xmlns:a="http://schemas.openxmlformats.org/drawingml/2006/main">
              <a:ext uri="{FF2B5EF4-FFF2-40B4-BE49-F238E27FC236}">
                <a16:creationId xmlns:a16="http://schemas.microsoft.com/office/drawing/2014/main" id="{DBD3496A-5212-4B08-8BA7-E98679B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430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7917"/>
                </a:solidFill>
                <a:latin typeface="Arial"/>
                <a:ea typeface="Arial"/>
                <a:cs typeface="Arial"/>
              </a:rPr>
              <a:t>same-part bindings</a:t>
            </a:r>
          </a:p>
        </p:txBody>
      </p:sp>
      <p:sp>
        <p:nvSpPr>
          <p:cNvPr id="50" name="Four clauses input">
            <a:extLst xmlns:a="http://schemas.openxmlformats.org/drawingml/2006/main">
              <a:ext uri="{FF2B5EF4-FFF2-40B4-BE49-F238E27FC236}">
                <a16:creationId xmlns:a16="http://schemas.microsoft.com/office/drawing/2014/main" id="{E0F48F84-F038-421C-9FAF-022CEFB1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85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E8C5A-2B03-4D86-9F19-697B0A103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aeab007ed4949">
            <a:extLst>
              <a:ext uri="{96DAC541-7B7A-43D3-8B79-37D633B846F1}">
                <asvg:svgBlip xmlns:asvg="http://schemas.microsoft.com/office/drawing/2016/SVG/main" r:embed="R4e71add8ad594d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106275" y="228600"/>
            <a:ext cx="485775" cy="485775"/>
          </a:xfrm>
          <a:prstGeom xmlns:a="http://schemas.openxmlformats.org/drawingml/2006/main" prst="rect">
            <a:avLst/>
          </a:prstGeom>
        </p:spPr>
      </p:pic>
      <p:sp>
        <p:nvSpPr>
          <p:cNvPr id="53" name="view header">
            <a:extLst xmlns:a="http://schemas.openxmlformats.org/drawingml/2006/main">
              <a:ext uri="{FF2B5EF4-FFF2-40B4-BE49-F238E27FC236}">
                <a16:creationId xmlns:a16="http://schemas.microsoft.com/office/drawing/2014/main" id="{729E1728-4992-46CB-B2F1-8A5007C7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286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Six CAD views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CEE98-FDA4-43A4-9DC6-640684418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845f27e014843"/>
          <a:stretch xmlns:a="http://schemas.openxmlformats.org/drawingml/2006/main"/>
        </p:blipFill>
        <p:spPr>
          <a:xfrm xmlns:a="http://schemas.openxmlformats.org/drawingml/2006/main">
            <a:off x="11525250" y="896938"/>
            <a:ext cx="3524250" cy="2349500"/>
          </a:xfrm>
          <a:prstGeom xmlns:a="http://schemas.openxmlformats.org/drawingml/2006/main" prst="rect">
            <a:avLst/>
          </a:prstGeom>
        </p:spPr>
      </p:pic>
      <p:sp>
        <p:nvSpPr>
          <p:cNvPr id="55" name="Actual six-view input anchor">
            <a:extLst xmlns:a="http://schemas.openxmlformats.org/drawingml/2006/main">
              <a:ext uri="{FF2B5EF4-FFF2-40B4-BE49-F238E27FC236}">
                <a16:creationId xmlns:a16="http://schemas.microsoft.com/office/drawing/2014/main" id="{FEE3FC0E-4F79-44BD-B3A2-3FF0E36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67075"/>
            <a:ext cx="23812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BB8193-2C1F-4BA8-859A-0E99DC9D6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25e0dd04e4d91">
            <a:extLst>
              <a:ext uri="{96DAC541-7B7A-43D3-8B79-37D633B846F1}">
                <asvg:svgBlip xmlns:asvg="http://schemas.microsoft.com/office/drawing/2016/SVG/main" r:embed="R91524290cbae43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43325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57" name="Initial score process">
            <a:extLst xmlns:a="http://schemas.openxmlformats.org/drawingml/2006/main">
              <a:ext uri="{FF2B5EF4-FFF2-40B4-BE49-F238E27FC236}">
                <a16:creationId xmlns:a16="http://schemas.microsoft.com/office/drawing/2014/main" id="{8AD74BB1-2CCF-4D48-8237-DE0F494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Initial score label">
            <a:extLst xmlns:a="http://schemas.openxmlformats.org/drawingml/2006/main">
              <a:ext uri="{FF2B5EF4-FFF2-40B4-BE49-F238E27FC236}">
                <a16:creationId xmlns:a16="http://schemas.microsoft.com/office/drawing/2014/main" id="{AD5776BF-A0D4-48D9-9E7D-0C0ADF4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657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Initial score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68ED69-9EF7-4549-B8A2-A2036017B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b28ae113b4adb">
            <a:extLst>
              <a:ext uri="{96DAC541-7B7A-43D3-8B79-37D633B846F1}">
                <asvg:svgBlip xmlns:asvg="http://schemas.microsoft.com/office/drawing/2016/SVG/main" r:embed="Rc2011c5ad48d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91200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60" name="Size screen process">
            <a:extLst xmlns:a="http://schemas.openxmlformats.org/drawingml/2006/main">
              <a:ext uri="{FF2B5EF4-FFF2-40B4-BE49-F238E27FC236}">
                <a16:creationId xmlns:a16="http://schemas.microsoft.com/office/drawing/2014/main" id="{9DDAE219-59DC-423E-BE62-DA2E570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Size screen label">
            <a:extLst xmlns:a="http://schemas.openxmlformats.org/drawingml/2006/main">
              <a:ext uri="{FF2B5EF4-FFF2-40B4-BE49-F238E27FC236}">
                <a16:creationId xmlns:a16="http://schemas.microsoft.com/office/drawing/2014/main" id="{1ACE15C8-AF32-472D-A3F6-6932E87D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57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Size screen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9A028C-716E-4C99-A47A-39BE123F6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1b7cbfbf34ae7">
            <a:extLst>
              <a:ext uri="{96DAC541-7B7A-43D3-8B79-37D633B846F1}">
                <asvg:svgBlip xmlns:asvg="http://schemas.microsoft.com/office/drawing/2016/SVG/main" r:embed="Rf259d6b425e441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64" name="Fixed pool process">
            <a:extLst xmlns:a="http://schemas.openxmlformats.org/drawingml/2006/main">
              <a:ext uri="{FF2B5EF4-FFF2-40B4-BE49-F238E27FC236}">
                <a16:creationId xmlns:a16="http://schemas.microsoft.com/office/drawing/2014/main" id="{8B63B109-519B-432F-B1F1-5DEE9109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Fixed pool label">
            <a:extLst xmlns:a="http://schemas.openxmlformats.org/drawingml/2006/main">
              <a:ext uri="{FF2B5EF4-FFF2-40B4-BE49-F238E27FC236}">
                <a16:creationId xmlns:a16="http://schemas.microsoft.com/office/drawing/2014/main" id="{0D51CFE0-91F5-4FCD-AE2B-8E43025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657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Fixed pool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CCD5BF-872D-4310-9ECA-4F4BEBFCD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1643aaab742c5">
            <a:extLst>
              <a:ext uri="{96DAC541-7B7A-43D3-8B79-37D633B846F1}">
                <asvg:svgBlip xmlns:asvg="http://schemas.microsoft.com/office/drawing/2016/SVG/main" r:embed="Re8de9145d03543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68" name="Visual LLM process">
            <a:extLst xmlns:a="http://schemas.openxmlformats.org/drawingml/2006/main">
              <a:ext uri="{FF2B5EF4-FFF2-40B4-BE49-F238E27FC236}">
                <a16:creationId xmlns:a16="http://schemas.microsoft.com/office/drawing/2014/main" id="{B41AA46C-EFF2-4DAB-BAD5-68682B3C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Visual LLM label">
            <a:extLst xmlns:a="http://schemas.openxmlformats.org/drawingml/2006/main">
              <a:ext uri="{FF2B5EF4-FFF2-40B4-BE49-F238E27FC236}">
                <a16:creationId xmlns:a16="http://schemas.microsoft.com/office/drawing/2014/main" id="{2580ED64-40DC-46AB-8953-6EEC9E50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57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Visual LLM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7888A1-9F17-47C7-8E6D-553020E64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36620031f4015">
            <a:extLst>
              <a:ext uri="{96DAC541-7B7A-43D3-8B79-37D633B846F1}">
                <asvg:svgBlip xmlns:asvg="http://schemas.microsoft.com/office/drawing/2016/SVG/main" r:embed="Rceef59e432ff4e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34825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72" name="Coverage process">
            <a:extLst xmlns:a="http://schemas.openxmlformats.org/drawingml/2006/main">
              <a:ext uri="{FF2B5EF4-FFF2-40B4-BE49-F238E27FC236}">
                <a16:creationId xmlns:a16="http://schemas.microsoft.com/office/drawing/2014/main" id="{53EAD1B3-E0D7-4EE1-A542-8EEFA7A1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Coverage label">
            <a:extLst xmlns:a="http://schemas.openxmlformats.org/drawingml/2006/main">
              <a:ext uri="{FF2B5EF4-FFF2-40B4-BE49-F238E27FC236}">
                <a16:creationId xmlns:a16="http://schemas.microsoft.com/office/drawing/2014/main" id="{43CB3884-EC06-4B47-85AE-456C3907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579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45E92F-EB97-4E38-A384-6A231578A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75444a31248e1">
            <a:extLst>
              <a:ext uri="{96DAC541-7B7A-43D3-8B79-37D633B846F1}">
                <asvg:svgBlip xmlns:asvg="http://schemas.microsoft.com/office/drawing/2016/SVG/main" r:embed="R7bef98eebe89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935075" y="56864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76" name="Ranked CAD process">
            <a:extLst xmlns:a="http://schemas.openxmlformats.org/drawingml/2006/main">
              <a:ext uri="{FF2B5EF4-FFF2-40B4-BE49-F238E27FC236}">
                <a16:creationId xmlns:a16="http://schemas.microsoft.com/office/drawing/2014/main" id="{14174515-F995-4E5A-AABB-1FA9287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61022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Ranked CAD label">
            <a:extLst xmlns:a="http://schemas.openxmlformats.org/drawingml/2006/main">
              <a:ext uri="{FF2B5EF4-FFF2-40B4-BE49-F238E27FC236}">
                <a16:creationId xmlns:a16="http://schemas.microsoft.com/office/drawing/2014/main" id="{7F98DA28-016A-49B7-A58B-4CC0C0B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6579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447"/>
                </a:solidFill>
                <a:latin typeface="Arial"/>
                <a:ea typeface="Arial"/>
                <a:cs typeface="Arial"/>
              </a:rPr>
              <a:t>Ranked CAD</a:t>
            </a:r>
          </a:p>
        </p:txBody>
      </p:sp>
      <p:sp>
        <p:nvSpPr>
          <p:cNvPr id="79" name="initial formula">
            <a:extLst xmlns:a="http://schemas.openxmlformats.org/drawingml/2006/main">
              <a:ext uri="{FF2B5EF4-FFF2-40B4-BE49-F238E27FC236}">
                <a16:creationId xmlns:a16="http://schemas.microsoft.com/office/drawing/2014/main" id="{6BF9E5D7-A0E8-44CD-B68A-2EE4BD4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14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s = (G + A + F)/3</a:t>
            </a:r>
          </a:p>
        </p:txBody>
      </p:sp>
      <p:sp>
        <p:nvSpPr>
          <p:cNvPr id="80" name="dimensional formula">
            <a:extLst xmlns:a="http://schemas.openxmlformats.org/drawingml/2006/main">
              <a:ext uri="{FF2B5EF4-FFF2-40B4-BE49-F238E27FC236}">
                <a16:creationId xmlns:a16="http://schemas.microsoft.com/office/drawing/2014/main" id="{5C39674A-C6B4-40E3-B2A8-9793824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1437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L ≤ b</a:t>
            </a:r>
          </a:p>
        </p:txBody>
      </p:sp>
      <p:sp>
        <p:nvSpPr>
          <p:cNvPr id="81" name="pool scope">
            <a:extLst xmlns:a="http://schemas.openxmlformats.org/drawingml/2006/main">
              <a:ext uri="{FF2B5EF4-FFF2-40B4-BE49-F238E27FC236}">
                <a16:creationId xmlns:a16="http://schemas.microsoft.com/office/drawing/2014/main" id="{B7485C94-9556-46DC-B6F9-44AFD1C3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71437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Eligible candidates</a:t>
            </a:r>
          </a:p>
        </p:txBody>
      </p:sp>
      <p:sp>
        <p:nvSpPr>
          <p:cNvPr id="82" name="observation states">
            <a:extLst xmlns:a="http://schemas.openxmlformats.org/drawingml/2006/main">
              <a:ext uri="{FF2B5EF4-FFF2-40B4-BE49-F238E27FC236}">
                <a16:creationId xmlns:a16="http://schemas.microsoft.com/office/drawing/2014/main" id="{FC646E58-8060-499C-B610-E7E115B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1437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yes / no / unknown</a:t>
            </a:r>
          </a:p>
        </p:txBody>
      </p:sp>
      <p:sp>
        <p:nvSpPr>
          <p:cNvPr id="83" name="view citation">
            <a:extLst xmlns:a="http://schemas.openxmlformats.org/drawingml/2006/main">
              <a:ext uri="{FF2B5EF4-FFF2-40B4-BE49-F238E27FC236}">
                <a16:creationId xmlns:a16="http://schemas.microsoft.com/office/drawing/2014/main" id="{8F12C505-8613-4714-8CAF-E37E8EA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5533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278A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278A0"/>
                </a:solidFill>
                <a:latin typeface="Arial"/>
                <a:ea typeface="Arial"/>
                <a:cs typeface="Arial"/>
              </a:rPr>
              <a:t>cited source views</a:t>
            </a:r>
          </a:p>
        </p:txBody>
      </p:sp>
      <p:sp>
        <p:nvSpPr>
          <p:cNvPr id="84" name="coverage formula">
            <a:extLst xmlns:a="http://schemas.openxmlformats.org/drawingml/2006/main">
              <a:ext uri="{FF2B5EF4-FFF2-40B4-BE49-F238E27FC236}">
                <a16:creationId xmlns:a16="http://schemas.microsoft.com/office/drawing/2014/main" id="{157B68DE-4A69-4418-A007-72A39A6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143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H = ¼ Σ v(o)</a:t>
            </a:r>
          </a:p>
        </p:txBody>
      </p:sp>
      <p:sp>
        <p:nvSpPr>
          <p:cNvPr id="85" name="state map">
            <a:extLst xmlns:a="http://schemas.openxmlformats.org/drawingml/2006/main">
              <a:ext uri="{FF2B5EF4-FFF2-40B4-BE49-F238E27FC236}">
                <a16:creationId xmlns:a16="http://schemas.microsoft.com/office/drawing/2014/main" id="{02842DB9-CEF5-43A9-84F4-AEDB089E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759142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v = 1 / 0 / ½</a:t>
            </a:r>
          </a:p>
        </p:txBody>
      </p:sp>
      <p:sp>
        <p:nvSpPr>
          <p:cNvPr id="86" name="final formula">
            <a:extLst xmlns:a="http://schemas.openxmlformats.org/drawingml/2006/main">
              <a:ext uri="{FF2B5EF4-FFF2-40B4-BE49-F238E27FC236}">
                <a16:creationId xmlns:a16="http://schemas.microsoft.com/office/drawing/2014/main" id="{CC2BBA33-C1BF-437C-8F9A-CCE9E9FA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1437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34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447"/>
                </a:solidFill>
                <a:latin typeface="Arial"/>
                <a:ea typeface="Arial"/>
                <a:cs typeface="Arial"/>
              </a:rPr>
              <a:t>(3s + H)/4</a:t>
            </a:r>
          </a:p>
        </p:txBody>
      </p:sp>
      <p:sp>
        <p:nvSpPr>
          <p:cNvPr id="87" name="output evidence">
            <a:extLst xmlns:a="http://schemas.openxmlformats.org/drawingml/2006/main">
              <a:ext uri="{FF2B5EF4-FFF2-40B4-BE49-F238E27FC236}">
                <a16:creationId xmlns:a16="http://schemas.microsoft.com/office/drawing/2014/main" id="{73DBBD6C-7F5E-4AE4-88D9-5696E2F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591425"/>
            <a:ext cx="1933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77917"/>
                </a:solidFill>
                <a:latin typeface="Arial"/>
                <a:ea typeface="Arial"/>
                <a:cs typeface="Arial"/>
              </a:rPr>
              <a:t>+ linked evidence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0CEA4C-0B6B-4C7B-A1F1-4B52FD821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8bb8f319f4538"/>
          <a:stretch xmlns:a="http://schemas.openxmlformats.org/drawingml/2006/main"/>
        </p:blipFill>
        <p:spPr>
          <a:xfrm xmlns:a="http://schemas.openxmlformats.org/drawingml/2006/main">
            <a:off x="13361988" y="4124325"/>
            <a:ext cx="1612900" cy="1209675"/>
          </a:xfrm>
          <a:prstGeom xmlns:a="http://schemas.openxmlformats.org/drawingml/2006/main" prst="rect">
            <a:avLst/>
          </a:prstGeom>
        </p:spPr>
      </p:pic>
      <p:sp>
        <p:nvSpPr>
          <p:cNvPr id="89" name="gallery representations waypoint 0">
            <a:extLst xmlns:a="http://schemas.openxmlformats.org/drawingml/2006/main">
              <a:ext uri="{FF2B5EF4-FFF2-40B4-BE49-F238E27FC236}">
                <a16:creationId xmlns:a16="http://schemas.microsoft.com/office/drawing/2014/main" id="{E39849E6-F5D4-4EF1-8BD0-5061800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048" y="3447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gallery representations waypoint 1">
            <a:extLst xmlns:a="http://schemas.openxmlformats.org/drawingml/2006/main">
              <a:ext uri="{FF2B5EF4-FFF2-40B4-BE49-F238E27FC236}">
                <a16:creationId xmlns:a16="http://schemas.microsoft.com/office/drawing/2014/main" id="{4B3F0B8C-C87F-4DFE-ADEE-AB0773C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973" y="3447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gallery representations waypoint 2">
            <a:extLst xmlns:a="http://schemas.openxmlformats.org/drawingml/2006/main">
              <a:ext uri="{FF2B5EF4-FFF2-40B4-BE49-F238E27FC236}">
                <a16:creationId xmlns:a16="http://schemas.microsoft.com/office/drawing/2014/main" id="{88C97F70-06FA-48CD-BE68-0172811E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973" y="496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gallery representations waypoint 3">
            <a:extLst xmlns:a="http://schemas.openxmlformats.org/drawingml/2006/main">
              <a:ext uri="{FF2B5EF4-FFF2-40B4-BE49-F238E27FC236}">
                <a16:creationId xmlns:a16="http://schemas.microsoft.com/office/drawing/2014/main" id="{197EB98C-727F-47F8-908B-87DCAB6A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623" y="496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gallery representations waypoint 4">
            <a:extLst xmlns:a="http://schemas.openxmlformats.org/drawingml/2006/main">
              <a:ext uri="{FF2B5EF4-FFF2-40B4-BE49-F238E27FC236}">
                <a16:creationId xmlns:a16="http://schemas.microsoft.com/office/drawing/2014/main" id="{23B5DDCB-DC8A-4D61-8E4E-2234254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6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representation label">
            <a:extLst xmlns:a="http://schemas.openxmlformats.org/drawingml/2006/main">
              <a:ext uri="{FF2B5EF4-FFF2-40B4-BE49-F238E27FC236}">
                <a16:creationId xmlns:a16="http://schemas.microsoft.com/office/drawing/2014/main" id="{08D9773B-1DF3-4648-85B3-C9782F99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57650"/>
            <a:ext cx="904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7C83"/>
                </a:solidFill>
                <a:latin typeface="Arial"/>
                <a:ea typeface="Arial"/>
                <a:cs typeface="Arial"/>
              </a:rPr>
              <a:t>zᵢ, pᵢ</a:t>
            </a:r>
          </a:p>
        </p:txBody>
      </p:sp>
      <p:sp>
        <p:nvSpPr>
          <p:cNvPr id="99" name="exemplar to initial score waypoint 0">
            <a:extLst xmlns:a="http://schemas.openxmlformats.org/drawingml/2006/main">
              <a:ext uri="{FF2B5EF4-FFF2-40B4-BE49-F238E27FC236}">
                <a16:creationId xmlns:a16="http://schemas.microsoft.com/office/drawing/2014/main" id="{370FED81-A35E-40D2-B7F7-3D9B955B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073" y="5275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exemplar to initial score waypoint 1">
            <a:extLst xmlns:a="http://schemas.openxmlformats.org/drawingml/2006/main">
              <a:ext uri="{FF2B5EF4-FFF2-40B4-BE49-F238E27FC236}">
                <a16:creationId xmlns:a16="http://schemas.microsoft.com/office/drawing/2014/main" id="{A842DBC8-F04E-4EE7-A6CE-84B028B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623" y="5275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exemplar to initial score waypoint 2">
            <a:extLst xmlns:a="http://schemas.openxmlformats.org/drawingml/2006/main">
              <a:ext uri="{FF2B5EF4-FFF2-40B4-BE49-F238E27FC236}">
                <a16:creationId xmlns:a16="http://schemas.microsoft.com/office/drawing/2014/main" id="{484D7E46-82A7-4A65-8301-BBA3D326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623" y="6037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exemplar to initial score waypoint 3">
            <a:extLst xmlns:a="http://schemas.openxmlformats.org/drawingml/2006/main">
              <a:ext uri="{FF2B5EF4-FFF2-40B4-BE49-F238E27FC236}">
                <a16:creationId xmlns:a16="http://schemas.microsoft.com/office/drawing/2014/main" id="{B627D57D-8762-4505-AE1B-CCCE72E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173" y="6037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class prior F to score waypoint 0">
            <a:extLst xmlns:a="http://schemas.openxmlformats.org/drawingml/2006/main">
              <a:ext uri="{FF2B5EF4-FFF2-40B4-BE49-F238E27FC236}">
                <a16:creationId xmlns:a16="http://schemas.microsoft.com/office/drawing/2014/main" id="{B72E6DA2-B57E-4164-BB79-ADDBB71C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48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class prior F to score waypoint 1">
            <a:extLst xmlns:a="http://schemas.openxmlformats.org/drawingml/2006/main">
              <a:ext uri="{FF2B5EF4-FFF2-40B4-BE49-F238E27FC236}">
                <a16:creationId xmlns:a16="http://schemas.microsoft.com/office/drawing/2014/main" id="{49114725-DA4B-4269-A125-3DFE9E85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098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class prior F to score waypoint 2">
            <a:extLst xmlns:a="http://schemas.openxmlformats.org/drawingml/2006/main">
              <a:ext uri="{FF2B5EF4-FFF2-40B4-BE49-F238E27FC236}">
                <a16:creationId xmlns:a16="http://schemas.microsoft.com/office/drawing/2014/main" id="{0579722C-E123-4EA4-BE30-33536FC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098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class prior F to score waypoint 3">
            <a:extLst xmlns:a="http://schemas.openxmlformats.org/drawingml/2006/main">
              <a:ext uri="{FF2B5EF4-FFF2-40B4-BE49-F238E27FC236}">
                <a16:creationId xmlns:a16="http://schemas.microsoft.com/office/drawing/2014/main" id="{F64D0294-0F80-4771-ABB2-9F59F6F9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97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class prior F to score waypoint 4">
            <a:extLst xmlns:a="http://schemas.openxmlformats.org/drawingml/2006/main">
              <a:ext uri="{FF2B5EF4-FFF2-40B4-BE49-F238E27FC236}">
                <a16:creationId xmlns:a16="http://schemas.microsoft.com/office/drawing/2014/main" id="{37E61278-7162-4A45-A53A-ADF31B2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97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F support label">
            <a:extLst xmlns:a="http://schemas.openxmlformats.org/drawingml/2006/main">
              <a:ext uri="{FF2B5EF4-FFF2-40B4-BE49-F238E27FC236}">
                <a16:creationId xmlns:a16="http://schemas.microsoft.com/office/drawing/2014/main" id="{82001492-CD73-4EA7-A902-4D1F6A9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B779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7917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16" name="measured extent to screen waypoint 0">
            <a:extLst xmlns:a="http://schemas.openxmlformats.org/drawingml/2006/main">
              <a:ext uri="{FF2B5EF4-FFF2-40B4-BE49-F238E27FC236}">
                <a16:creationId xmlns:a16="http://schemas.microsoft.com/office/drawing/2014/main" id="{308D9CC7-60D8-4C64-9C26-D7117374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999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measured extent to screen waypoint 1">
            <a:extLst xmlns:a="http://schemas.openxmlformats.org/drawingml/2006/main">
              <a:ext uri="{FF2B5EF4-FFF2-40B4-BE49-F238E27FC236}">
                <a16:creationId xmlns:a16="http://schemas.microsoft.com/office/drawing/2014/main" id="{9E64E0D9-9597-4658-94FC-900EF16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223" y="999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measured extent to screen waypoint 2">
            <a:extLst xmlns:a="http://schemas.openxmlformats.org/drawingml/2006/main">
              <a:ext uri="{FF2B5EF4-FFF2-40B4-BE49-F238E27FC236}">
                <a16:creationId xmlns:a16="http://schemas.microsoft.com/office/drawing/2014/main" id="{0A2C8D21-B1A5-4663-8A04-E2118D8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223" y="333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measured extent to screen waypoint 3">
            <a:extLst xmlns:a="http://schemas.openxmlformats.org/drawingml/2006/main">
              <a:ext uri="{FF2B5EF4-FFF2-40B4-BE49-F238E27FC236}">
                <a16:creationId xmlns:a16="http://schemas.microsoft.com/office/drawing/2014/main" id="{BB937D51-C667-4B2E-BCF8-93C89589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673" y="333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measured extent to screen waypoint 4">
            <a:extLst xmlns:a="http://schemas.openxmlformats.org/drawingml/2006/main">
              <a:ext uri="{FF2B5EF4-FFF2-40B4-BE49-F238E27FC236}">
                <a16:creationId xmlns:a16="http://schemas.microsoft.com/office/drawing/2014/main" id="{3D3E146A-7E62-46A9-9132-7417BE94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67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L label">
            <a:extLst xmlns:a="http://schemas.openxmlformats.org/drawingml/2006/main">
              <a:ext uri="{FF2B5EF4-FFF2-40B4-BE49-F238E27FC236}">
                <a16:creationId xmlns:a16="http://schemas.microsoft.com/office/drawing/2014/main" id="{D732D6A0-44A4-49AF-BD6C-950980AF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190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7C83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26" name="fixed pool selects source views waypoint 0">
            <a:extLst xmlns:a="http://schemas.openxmlformats.org/drawingml/2006/main">
              <a:ext uri="{FF2B5EF4-FFF2-40B4-BE49-F238E27FC236}">
                <a16:creationId xmlns:a16="http://schemas.microsoft.com/office/drawing/2014/main" id="{D7705F0D-362B-4730-8A13-22CAB7A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548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fixed pool selects source views waypoint 1">
            <a:extLst xmlns:a="http://schemas.openxmlformats.org/drawingml/2006/main">
              <a:ext uri="{FF2B5EF4-FFF2-40B4-BE49-F238E27FC236}">
                <a16:creationId xmlns:a16="http://schemas.microsoft.com/office/drawing/2014/main" id="{94410D91-8D3A-4295-ABAE-CF4388E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548" y="4980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fixed pool selects source views waypoint 2">
            <a:extLst xmlns:a="http://schemas.openxmlformats.org/drawingml/2006/main">
              <a:ext uri="{FF2B5EF4-FFF2-40B4-BE49-F238E27FC236}">
                <a16:creationId xmlns:a16="http://schemas.microsoft.com/office/drawing/2014/main" id="{8350928E-9D19-4680-B6CF-7867EE3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4980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fixed pool selects source views waypoint 3">
            <a:extLst xmlns:a="http://schemas.openxmlformats.org/drawingml/2006/main">
              <a:ext uri="{FF2B5EF4-FFF2-40B4-BE49-F238E27FC236}">
                <a16:creationId xmlns:a16="http://schemas.microsoft.com/office/drawing/2014/main" id="{CF94DE54-EB27-47FF-9B93-FC7013C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3399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fixed pool selects source views waypoint 4">
            <a:extLst xmlns:a="http://schemas.openxmlformats.org/drawingml/2006/main">
              <a:ext uri="{FF2B5EF4-FFF2-40B4-BE49-F238E27FC236}">
                <a16:creationId xmlns:a16="http://schemas.microsoft.com/office/drawing/2014/main" id="{98109A84-C04C-4AAD-9E96-5E793407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748" y="3399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fixed pool selects source views waypoint 5">
            <a:extLst xmlns:a="http://schemas.openxmlformats.org/drawingml/2006/main">
              <a:ext uri="{FF2B5EF4-FFF2-40B4-BE49-F238E27FC236}">
                <a16:creationId xmlns:a16="http://schemas.microsoft.com/office/drawing/2014/main" id="{EF4330F3-F26E-4C22-97BF-276D54D4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748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pool view link">
            <a:extLst xmlns:a="http://schemas.openxmlformats.org/drawingml/2006/main">
              <a:ext uri="{FF2B5EF4-FFF2-40B4-BE49-F238E27FC236}">
                <a16:creationId xmlns:a16="http://schemas.microsoft.com/office/drawing/2014/main" id="{D6E9B668-4231-43BD-979F-F364A75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624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27C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7C83"/>
                </a:solidFill>
                <a:latin typeface="Arial"/>
                <a:ea typeface="Arial"/>
                <a:cs typeface="Arial"/>
              </a:rPr>
              <a:t>Candidate geometry</a:t>
            </a:r>
          </a:p>
        </p:txBody>
      </p:sp>
      <p:sp>
        <p:nvSpPr>
          <p:cNvPr id="138" name="source views to visual model waypoint 0">
            <a:extLst xmlns:a="http://schemas.openxmlformats.org/drawingml/2006/main">
              <a:ext uri="{FF2B5EF4-FFF2-40B4-BE49-F238E27FC236}">
                <a16:creationId xmlns:a16="http://schemas.microsoft.com/office/drawing/2014/main" id="{1EF24698-FCC1-43AA-9D43-6D79E588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64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source views to visual model waypoint 1">
            <a:extLst xmlns:a="http://schemas.openxmlformats.org/drawingml/2006/main">
              <a:ext uri="{FF2B5EF4-FFF2-40B4-BE49-F238E27FC236}">
                <a16:creationId xmlns:a16="http://schemas.microsoft.com/office/drawing/2014/main" id="{C2C28BC2-DE96-4519-9ECC-4BAFD3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6423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source views to visual model waypoint 2">
            <a:extLst xmlns:a="http://schemas.openxmlformats.org/drawingml/2006/main">
              <a:ext uri="{FF2B5EF4-FFF2-40B4-BE49-F238E27FC236}">
                <a16:creationId xmlns:a16="http://schemas.microsoft.com/office/drawing/2014/main" id="{59DDFC5D-72B2-49A1-8BFF-0A651EA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623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source views to visual model waypoint 3">
            <a:extLst xmlns:a="http://schemas.openxmlformats.org/drawingml/2006/main">
              <a:ext uri="{FF2B5EF4-FFF2-40B4-BE49-F238E27FC236}">
                <a16:creationId xmlns:a16="http://schemas.microsoft.com/office/drawing/2014/main" id="{62A7D6B7-EFB3-4338-8F31-4B0A95F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623" y="5275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source views to visual model waypoint 4">
            <a:extLst xmlns:a="http://schemas.openxmlformats.org/drawingml/2006/main">
              <a:ext uri="{FF2B5EF4-FFF2-40B4-BE49-F238E27FC236}">
                <a16:creationId xmlns:a16="http://schemas.microsoft.com/office/drawing/2014/main" id="{0D218429-29E7-4680-A102-AA15C7C9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98" y="5275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source views to visual model waypoint 5">
            <a:extLst xmlns:a="http://schemas.openxmlformats.org/drawingml/2006/main">
              <a:ext uri="{FF2B5EF4-FFF2-40B4-BE49-F238E27FC236}">
                <a16:creationId xmlns:a16="http://schemas.microsoft.com/office/drawing/2014/main" id="{9F1B7C78-0DA5-4214-A943-48E9886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98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predicates to visual model waypoint 0">
            <a:extLst xmlns:a="http://schemas.openxmlformats.org/drawingml/2006/main">
              <a:ext uri="{FF2B5EF4-FFF2-40B4-BE49-F238E27FC236}">
                <a16:creationId xmlns:a16="http://schemas.microsoft.com/office/drawing/2014/main" id="{29B693D2-F4EB-4F8D-B0D1-24AE3EF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473" y="1808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redicates to visual model waypoint 1">
            <a:extLst xmlns:a="http://schemas.openxmlformats.org/drawingml/2006/main">
              <a:ext uri="{FF2B5EF4-FFF2-40B4-BE49-F238E27FC236}">
                <a16:creationId xmlns:a16="http://schemas.microsoft.com/office/drawing/2014/main" id="{245E3C7C-4EF0-490D-A828-87B273E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473" y="163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predicates to visual model waypoint 2">
            <a:extLst xmlns:a="http://schemas.openxmlformats.org/drawingml/2006/main">
              <a:ext uri="{FF2B5EF4-FFF2-40B4-BE49-F238E27FC236}">
                <a16:creationId xmlns:a16="http://schemas.microsoft.com/office/drawing/2014/main" id="{1905A896-EEC1-4AB4-90F7-0FD61530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823" y="163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predicates to visual model waypoint 3">
            <a:extLst xmlns:a="http://schemas.openxmlformats.org/drawingml/2006/main">
              <a:ext uri="{FF2B5EF4-FFF2-40B4-BE49-F238E27FC236}">
                <a16:creationId xmlns:a16="http://schemas.microsoft.com/office/drawing/2014/main" id="{6E692721-4A49-48EA-96B3-865D893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823" y="5409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predicates to visual model waypoint 4">
            <a:extLst xmlns:a="http://schemas.openxmlformats.org/drawingml/2006/main">
              <a:ext uri="{FF2B5EF4-FFF2-40B4-BE49-F238E27FC236}">
                <a16:creationId xmlns:a16="http://schemas.microsoft.com/office/drawing/2014/main" id="{E5AB44DD-8228-4AED-9F92-C0A6F56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348" y="5409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predicates to visual model waypoint 5">
            <a:extLst xmlns:a="http://schemas.openxmlformats.org/drawingml/2006/main">
              <a:ext uri="{FF2B5EF4-FFF2-40B4-BE49-F238E27FC236}">
                <a16:creationId xmlns:a16="http://schemas.microsoft.com/office/drawing/2014/main" id="{8609C34B-A6BD-4038-B9D5-729E0C0B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348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LLM creates observations waypoint 0">
            <a:extLst xmlns:a="http://schemas.openxmlformats.org/drawingml/2006/main">
              <a:ext uri="{FF2B5EF4-FFF2-40B4-BE49-F238E27FC236}">
                <a16:creationId xmlns:a16="http://schemas.microsoft.com/office/drawing/2014/main" id="{8B840002-5C24-46DC-ADEE-383C3BB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LLM creates observations waypoint 1">
            <a:extLst xmlns:a="http://schemas.openxmlformats.org/drawingml/2006/main">
              <a:ext uri="{FF2B5EF4-FFF2-40B4-BE49-F238E27FC236}">
                <a16:creationId xmlns:a16="http://schemas.microsoft.com/office/drawing/2014/main" id="{E38D57BC-08DE-49CE-B92A-2FF60A6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4371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4525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2026-10-22T02:33:02.1760000Z</dcterms:created>
  <dcterms:modified xsi:type="dcterms:W3CDTF">2026-10-22T02:33:02.1760000Z</dcterms:modified>
</coreProperties>
</file>